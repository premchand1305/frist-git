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4" r:id="rId2"/>
    <p:sldId id="256" r:id="rId3"/>
    <p:sldId id="257" r:id="rId4"/>
    <p:sldId id="258" r:id="rId5"/>
    <p:sldId id="259" r:id="rId6"/>
    <p:sldId id="266" r:id="rId7"/>
    <p:sldId id="260" r:id="rId8"/>
    <p:sldId id="265" r:id="rId9"/>
    <p:sldId id="267" r:id="rId10"/>
    <p:sldId id="262" r:id="rId11"/>
    <p:sldId id="263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1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6F964F-62B2-4531-8EF2-A03D0A5FD7E9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E363887-1630-445D-81EA-EF5D029979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application uses Java’s module system with module name globalpay.converter</a:t>
          </a:r>
          <a:r>
            <a:rPr lang="en-IN"/>
            <a:t>.</a:t>
          </a:r>
          <a:endParaRPr lang="en-US"/>
        </a:p>
      </dgm:t>
    </dgm:pt>
    <dgm:pt modelId="{30911E80-FA0B-47BA-93D0-13D0C378E0B8}" type="parTrans" cxnId="{8C4A5169-284E-43EE-8CDB-7F9A366F3FC6}">
      <dgm:prSet/>
      <dgm:spPr/>
      <dgm:t>
        <a:bodyPr/>
        <a:lstStyle/>
        <a:p>
          <a:endParaRPr lang="en-US"/>
        </a:p>
      </dgm:t>
    </dgm:pt>
    <dgm:pt modelId="{D478E531-7ED0-4BE4-89CC-7615C67FAD1E}" type="sibTrans" cxnId="{8C4A5169-284E-43EE-8CDB-7F9A366F3FC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AF8C08F-2A51-4949-A98F-4C805C97D0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main class CurrencyConverter is inside the package globalpay.converter.</a:t>
          </a:r>
        </a:p>
      </dgm:t>
    </dgm:pt>
    <dgm:pt modelId="{073ECF42-6370-4104-B214-007F5B9C466C}" type="parTrans" cxnId="{67354D45-66F2-4B8D-B2CF-6BF5CAC3D4E4}">
      <dgm:prSet/>
      <dgm:spPr/>
      <dgm:t>
        <a:bodyPr/>
        <a:lstStyle/>
        <a:p>
          <a:endParaRPr lang="en-US"/>
        </a:p>
      </dgm:t>
    </dgm:pt>
    <dgm:pt modelId="{BAEB1F6F-C564-4DF0-8B4A-85AFA6EC4DF0}" type="sibTrans" cxnId="{67354D45-66F2-4B8D-B2CF-6BF5CAC3D4E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91F25E7-54E5-4D39-A134-1F5F8AD355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Exchange rates are defined as constants for easy maintenance.</a:t>
          </a:r>
        </a:p>
      </dgm:t>
    </dgm:pt>
    <dgm:pt modelId="{FEB02206-9D4E-4B79-92B9-D39670A5AE7D}" type="parTrans" cxnId="{8D0A308A-4130-4C2B-ADF2-34F30B90C6C0}">
      <dgm:prSet/>
      <dgm:spPr/>
      <dgm:t>
        <a:bodyPr/>
        <a:lstStyle/>
        <a:p>
          <a:endParaRPr lang="en-US"/>
        </a:p>
      </dgm:t>
    </dgm:pt>
    <dgm:pt modelId="{25870362-E6DB-4F32-B9A5-805C20B68229}" type="sibTrans" cxnId="{8D0A308A-4130-4C2B-ADF2-34F30B90C6C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7980EE1-D4A5-4730-BDA2-C5AFF0F532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structure promotes readability, scalability, and professional organization.</a:t>
          </a:r>
        </a:p>
      </dgm:t>
    </dgm:pt>
    <dgm:pt modelId="{931B71D1-8D0A-4A70-BA36-DEA046CC2363}" type="parTrans" cxnId="{D767C172-3351-45E2-BD37-E676E0892D74}">
      <dgm:prSet/>
      <dgm:spPr/>
      <dgm:t>
        <a:bodyPr/>
        <a:lstStyle/>
        <a:p>
          <a:endParaRPr lang="en-US"/>
        </a:p>
      </dgm:t>
    </dgm:pt>
    <dgm:pt modelId="{000F529B-1737-4986-B973-AC196BAF0857}" type="sibTrans" cxnId="{D767C172-3351-45E2-BD37-E676E0892D74}">
      <dgm:prSet/>
      <dgm:spPr/>
      <dgm:t>
        <a:bodyPr/>
        <a:lstStyle/>
        <a:p>
          <a:endParaRPr lang="en-US"/>
        </a:p>
      </dgm:t>
    </dgm:pt>
    <dgm:pt modelId="{F5F0313D-0A69-4EB8-9AD6-36ABB4D9C46F}" type="pres">
      <dgm:prSet presAssocID="{E86F964F-62B2-4531-8EF2-A03D0A5FD7E9}" presName="root" presStyleCnt="0">
        <dgm:presLayoutVars>
          <dgm:dir/>
          <dgm:resizeHandles val="exact"/>
        </dgm:presLayoutVars>
      </dgm:prSet>
      <dgm:spPr/>
    </dgm:pt>
    <dgm:pt modelId="{0334F6F6-4458-43DE-A7FD-F33B551B1ADC}" type="pres">
      <dgm:prSet presAssocID="{E86F964F-62B2-4531-8EF2-A03D0A5FD7E9}" presName="container" presStyleCnt="0">
        <dgm:presLayoutVars>
          <dgm:dir/>
          <dgm:resizeHandles val="exact"/>
        </dgm:presLayoutVars>
      </dgm:prSet>
      <dgm:spPr/>
    </dgm:pt>
    <dgm:pt modelId="{AEAFD292-1981-45AC-A822-2709BFAB8A23}" type="pres">
      <dgm:prSet presAssocID="{8E363887-1630-445D-81EA-EF5D029979E3}" presName="compNode" presStyleCnt="0"/>
      <dgm:spPr/>
    </dgm:pt>
    <dgm:pt modelId="{99A578FA-F75A-4AB8-B6C2-2B6A205F8F58}" type="pres">
      <dgm:prSet presAssocID="{8E363887-1630-445D-81EA-EF5D029979E3}" presName="iconBgRect" presStyleLbl="bgShp" presStyleIdx="0" presStyleCnt="4"/>
      <dgm:spPr/>
    </dgm:pt>
    <dgm:pt modelId="{142E0370-0466-43D5-A91E-4693EDC8553F}" type="pres">
      <dgm:prSet presAssocID="{8E363887-1630-445D-81EA-EF5D029979E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EBD5F5DE-DCC1-419C-A0D6-96E114EFA622}" type="pres">
      <dgm:prSet presAssocID="{8E363887-1630-445D-81EA-EF5D029979E3}" presName="spaceRect" presStyleCnt="0"/>
      <dgm:spPr/>
    </dgm:pt>
    <dgm:pt modelId="{27EAAC32-B4CE-47A3-8903-4FDB30EEB00B}" type="pres">
      <dgm:prSet presAssocID="{8E363887-1630-445D-81EA-EF5D029979E3}" presName="textRect" presStyleLbl="revTx" presStyleIdx="0" presStyleCnt="4">
        <dgm:presLayoutVars>
          <dgm:chMax val="1"/>
          <dgm:chPref val="1"/>
        </dgm:presLayoutVars>
      </dgm:prSet>
      <dgm:spPr/>
    </dgm:pt>
    <dgm:pt modelId="{19D06C62-AAF3-4ADB-B8D0-A11272F45E0F}" type="pres">
      <dgm:prSet presAssocID="{D478E531-7ED0-4BE4-89CC-7615C67FAD1E}" presName="sibTrans" presStyleLbl="sibTrans2D1" presStyleIdx="0" presStyleCnt="0"/>
      <dgm:spPr/>
    </dgm:pt>
    <dgm:pt modelId="{4D6858F1-BDD1-41E6-BF3C-FB310E14B44D}" type="pres">
      <dgm:prSet presAssocID="{3AF8C08F-2A51-4949-A98F-4C805C97D009}" presName="compNode" presStyleCnt="0"/>
      <dgm:spPr/>
    </dgm:pt>
    <dgm:pt modelId="{79017537-E215-4E17-81A9-2F1823B711C4}" type="pres">
      <dgm:prSet presAssocID="{3AF8C08F-2A51-4949-A98F-4C805C97D009}" presName="iconBgRect" presStyleLbl="bgShp" presStyleIdx="1" presStyleCnt="4"/>
      <dgm:spPr/>
    </dgm:pt>
    <dgm:pt modelId="{0FD19BE3-F480-4467-B5F5-514BFB3490B0}" type="pres">
      <dgm:prSet presAssocID="{3AF8C08F-2A51-4949-A98F-4C805C97D00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898A9781-9A6B-40C8-9FAF-B929AE744C35}" type="pres">
      <dgm:prSet presAssocID="{3AF8C08F-2A51-4949-A98F-4C805C97D009}" presName="spaceRect" presStyleCnt="0"/>
      <dgm:spPr/>
    </dgm:pt>
    <dgm:pt modelId="{BAEF2845-87E0-4293-B545-6836313A9597}" type="pres">
      <dgm:prSet presAssocID="{3AF8C08F-2A51-4949-A98F-4C805C97D009}" presName="textRect" presStyleLbl="revTx" presStyleIdx="1" presStyleCnt="4">
        <dgm:presLayoutVars>
          <dgm:chMax val="1"/>
          <dgm:chPref val="1"/>
        </dgm:presLayoutVars>
      </dgm:prSet>
      <dgm:spPr/>
    </dgm:pt>
    <dgm:pt modelId="{77B103F5-DAD5-45BA-B37A-4F47E6C12428}" type="pres">
      <dgm:prSet presAssocID="{BAEB1F6F-C564-4DF0-8B4A-85AFA6EC4DF0}" presName="sibTrans" presStyleLbl="sibTrans2D1" presStyleIdx="0" presStyleCnt="0"/>
      <dgm:spPr/>
    </dgm:pt>
    <dgm:pt modelId="{B9F05695-B92A-41FB-B104-C260DE5D979D}" type="pres">
      <dgm:prSet presAssocID="{091F25E7-54E5-4D39-A134-1F5F8AD35564}" presName="compNode" presStyleCnt="0"/>
      <dgm:spPr/>
    </dgm:pt>
    <dgm:pt modelId="{0C835928-10EE-4B2E-AF02-4B62859B7ACC}" type="pres">
      <dgm:prSet presAssocID="{091F25E7-54E5-4D39-A134-1F5F8AD35564}" presName="iconBgRect" presStyleLbl="bgShp" presStyleIdx="2" presStyleCnt="4"/>
      <dgm:spPr/>
    </dgm:pt>
    <dgm:pt modelId="{2B45228B-EE55-47DC-9C83-A7018F961690}" type="pres">
      <dgm:prSet presAssocID="{091F25E7-54E5-4D39-A134-1F5F8AD3556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ading"/>
        </a:ext>
      </dgm:extLst>
    </dgm:pt>
    <dgm:pt modelId="{123D94A1-BAC0-4839-83E9-B9B1E7ED2892}" type="pres">
      <dgm:prSet presAssocID="{091F25E7-54E5-4D39-A134-1F5F8AD35564}" presName="spaceRect" presStyleCnt="0"/>
      <dgm:spPr/>
    </dgm:pt>
    <dgm:pt modelId="{FD4C6E4C-7E4E-4A69-B527-728D49C2685E}" type="pres">
      <dgm:prSet presAssocID="{091F25E7-54E5-4D39-A134-1F5F8AD35564}" presName="textRect" presStyleLbl="revTx" presStyleIdx="2" presStyleCnt="4">
        <dgm:presLayoutVars>
          <dgm:chMax val="1"/>
          <dgm:chPref val="1"/>
        </dgm:presLayoutVars>
      </dgm:prSet>
      <dgm:spPr/>
    </dgm:pt>
    <dgm:pt modelId="{456F9331-F6FA-4FEF-926A-74E6258DE458}" type="pres">
      <dgm:prSet presAssocID="{25870362-E6DB-4F32-B9A5-805C20B68229}" presName="sibTrans" presStyleLbl="sibTrans2D1" presStyleIdx="0" presStyleCnt="0"/>
      <dgm:spPr/>
    </dgm:pt>
    <dgm:pt modelId="{F38564DC-6A33-49BF-811E-9F0E155C10FB}" type="pres">
      <dgm:prSet presAssocID="{17980EE1-D4A5-4730-BDA2-C5AFF0F53273}" presName="compNode" presStyleCnt="0"/>
      <dgm:spPr/>
    </dgm:pt>
    <dgm:pt modelId="{82AEE7E9-51BF-4776-9A9B-205182B4B5E2}" type="pres">
      <dgm:prSet presAssocID="{17980EE1-D4A5-4730-BDA2-C5AFF0F53273}" presName="iconBgRect" presStyleLbl="bgShp" presStyleIdx="3" presStyleCnt="4"/>
      <dgm:spPr/>
    </dgm:pt>
    <dgm:pt modelId="{1A821F61-EDD3-451D-95E5-001706042DF3}" type="pres">
      <dgm:prSet presAssocID="{17980EE1-D4A5-4730-BDA2-C5AFF0F5327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E7670935-5717-43F8-A0DB-5F8A4C0FF30F}" type="pres">
      <dgm:prSet presAssocID="{17980EE1-D4A5-4730-BDA2-C5AFF0F53273}" presName="spaceRect" presStyleCnt="0"/>
      <dgm:spPr/>
    </dgm:pt>
    <dgm:pt modelId="{30919E2B-CD6F-4746-B5D6-A8FDBAC97E04}" type="pres">
      <dgm:prSet presAssocID="{17980EE1-D4A5-4730-BDA2-C5AFF0F5327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9863C10-8E0E-4908-9859-F2628B03D94E}" type="presOf" srcId="{17980EE1-D4A5-4730-BDA2-C5AFF0F53273}" destId="{30919E2B-CD6F-4746-B5D6-A8FDBAC97E04}" srcOrd="0" destOrd="0" presId="urn:microsoft.com/office/officeart/2018/2/layout/IconCircleList"/>
    <dgm:cxn modelId="{67354D45-66F2-4B8D-B2CF-6BF5CAC3D4E4}" srcId="{E86F964F-62B2-4531-8EF2-A03D0A5FD7E9}" destId="{3AF8C08F-2A51-4949-A98F-4C805C97D009}" srcOrd="1" destOrd="0" parTransId="{073ECF42-6370-4104-B214-007F5B9C466C}" sibTransId="{BAEB1F6F-C564-4DF0-8B4A-85AFA6EC4DF0}"/>
    <dgm:cxn modelId="{973D6D45-C467-43CA-9301-6D4DD3EE8C42}" type="presOf" srcId="{E86F964F-62B2-4531-8EF2-A03D0A5FD7E9}" destId="{F5F0313D-0A69-4EB8-9AD6-36ABB4D9C46F}" srcOrd="0" destOrd="0" presId="urn:microsoft.com/office/officeart/2018/2/layout/IconCircleList"/>
    <dgm:cxn modelId="{8C4A5169-284E-43EE-8CDB-7F9A366F3FC6}" srcId="{E86F964F-62B2-4531-8EF2-A03D0A5FD7E9}" destId="{8E363887-1630-445D-81EA-EF5D029979E3}" srcOrd="0" destOrd="0" parTransId="{30911E80-FA0B-47BA-93D0-13D0C378E0B8}" sibTransId="{D478E531-7ED0-4BE4-89CC-7615C67FAD1E}"/>
    <dgm:cxn modelId="{47DE074F-F08D-4A5F-80C8-1D6CE61D68ED}" type="presOf" srcId="{25870362-E6DB-4F32-B9A5-805C20B68229}" destId="{456F9331-F6FA-4FEF-926A-74E6258DE458}" srcOrd="0" destOrd="0" presId="urn:microsoft.com/office/officeart/2018/2/layout/IconCircleList"/>
    <dgm:cxn modelId="{D767C172-3351-45E2-BD37-E676E0892D74}" srcId="{E86F964F-62B2-4531-8EF2-A03D0A5FD7E9}" destId="{17980EE1-D4A5-4730-BDA2-C5AFF0F53273}" srcOrd="3" destOrd="0" parTransId="{931B71D1-8D0A-4A70-BA36-DEA046CC2363}" sibTransId="{000F529B-1737-4986-B973-AC196BAF0857}"/>
    <dgm:cxn modelId="{8D0A308A-4130-4C2B-ADF2-34F30B90C6C0}" srcId="{E86F964F-62B2-4531-8EF2-A03D0A5FD7E9}" destId="{091F25E7-54E5-4D39-A134-1F5F8AD35564}" srcOrd="2" destOrd="0" parTransId="{FEB02206-9D4E-4B79-92B9-D39670A5AE7D}" sibTransId="{25870362-E6DB-4F32-B9A5-805C20B68229}"/>
    <dgm:cxn modelId="{241C50CE-A347-41A9-BBB8-17EABD43134F}" type="presOf" srcId="{D478E531-7ED0-4BE4-89CC-7615C67FAD1E}" destId="{19D06C62-AAF3-4ADB-B8D0-A11272F45E0F}" srcOrd="0" destOrd="0" presId="urn:microsoft.com/office/officeart/2018/2/layout/IconCircleList"/>
    <dgm:cxn modelId="{4DCA54D8-1509-435E-9ED2-8DC28D3265FF}" type="presOf" srcId="{091F25E7-54E5-4D39-A134-1F5F8AD35564}" destId="{FD4C6E4C-7E4E-4A69-B527-728D49C2685E}" srcOrd="0" destOrd="0" presId="urn:microsoft.com/office/officeart/2018/2/layout/IconCircleList"/>
    <dgm:cxn modelId="{A0A074EB-A44D-446B-B2A9-EAD0F17765F5}" type="presOf" srcId="{BAEB1F6F-C564-4DF0-8B4A-85AFA6EC4DF0}" destId="{77B103F5-DAD5-45BA-B37A-4F47E6C12428}" srcOrd="0" destOrd="0" presId="urn:microsoft.com/office/officeart/2018/2/layout/IconCircleList"/>
    <dgm:cxn modelId="{81EACEED-D953-49CF-A694-14A8F62258D9}" type="presOf" srcId="{3AF8C08F-2A51-4949-A98F-4C805C97D009}" destId="{BAEF2845-87E0-4293-B545-6836313A9597}" srcOrd="0" destOrd="0" presId="urn:microsoft.com/office/officeart/2018/2/layout/IconCircleList"/>
    <dgm:cxn modelId="{F95EBDFB-FDB0-4CC8-9BDD-5D86B10E5F03}" type="presOf" srcId="{8E363887-1630-445D-81EA-EF5D029979E3}" destId="{27EAAC32-B4CE-47A3-8903-4FDB30EEB00B}" srcOrd="0" destOrd="0" presId="urn:microsoft.com/office/officeart/2018/2/layout/IconCircleList"/>
    <dgm:cxn modelId="{0AA3A320-F6D6-46C9-8373-DAEEDB298B0A}" type="presParOf" srcId="{F5F0313D-0A69-4EB8-9AD6-36ABB4D9C46F}" destId="{0334F6F6-4458-43DE-A7FD-F33B551B1ADC}" srcOrd="0" destOrd="0" presId="urn:microsoft.com/office/officeart/2018/2/layout/IconCircleList"/>
    <dgm:cxn modelId="{D1ABF920-0B90-4D2D-8E15-DB033825F6B8}" type="presParOf" srcId="{0334F6F6-4458-43DE-A7FD-F33B551B1ADC}" destId="{AEAFD292-1981-45AC-A822-2709BFAB8A23}" srcOrd="0" destOrd="0" presId="urn:microsoft.com/office/officeart/2018/2/layout/IconCircleList"/>
    <dgm:cxn modelId="{3972E00C-40D5-40DB-BF41-EFCD05AEB7BC}" type="presParOf" srcId="{AEAFD292-1981-45AC-A822-2709BFAB8A23}" destId="{99A578FA-F75A-4AB8-B6C2-2B6A205F8F58}" srcOrd="0" destOrd="0" presId="urn:microsoft.com/office/officeart/2018/2/layout/IconCircleList"/>
    <dgm:cxn modelId="{87E11359-DB6C-4438-A304-1D4EF50FDDF9}" type="presParOf" srcId="{AEAFD292-1981-45AC-A822-2709BFAB8A23}" destId="{142E0370-0466-43D5-A91E-4693EDC8553F}" srcOrd="1" destOrd="0" presId="urn:microsoft.com/office/officeart/2018/2/layout/IconCircleList"/>
    <dgm:cxn modelId="{17A1F4F2-B791-4E59-8BA0-DF354AD5416B}" type="presParOf" srcId="{AEAFD292-1981-45AC-A822-2709BFAB8A23}" destId="{EBD5F5DE-DCC1-419C-A0D6-96E114EFA622}" srcOrd="2" destOrd="0" presId="urn:microsoft.com/office/officeart/2018/2/layout/IconCircleList"/>
    <dgm:cxn modelId="{C48BE922-3FDF-451B-8C91-51687F857BCD}" type="presParOf" srcId="{AEAFD292-1981-45AC-A822-2709BFAB8A23}" destId="{27EAAC32-B4CE-47A3-8903-4FDB30EEB00B}" srcOrd="3" destOrd="0" presId="urn:microsoft.com/office/officeart/2018/2/layout/IconCircleList"/>
    <dgm:cxn modelId="{AC7A1712-DB81-4924-9301-EFC92B00F5D3}" type="presParOf" srcId="{0334F6F6-4458-43DE-A7FD-F33B551B1ADC}" destId="{19D06C62-AAF3-4ADB-B8D0-A11272F45E0F}" srcOrd="1" destOrd="0" presId="urn:microsoft.com/office/officeart/2018/2/layout/IconCircleList"/>
    <dgm:cxn modelId="{14BF9136-CF6D-4544-929A-C65056DF6898}" type="presParOf" srcId="{0334F6F6-4458-43DE-A7FD-F33B551B1ADC}" destId="{4D6858F1-BDD1-41E6-BF3C-FB310E14B44D}" srcOrd="2" destOrd="0" presId="urn:microsoft.com/office/officeart/2018/2/layout/IconCircleList"/>
    <dgm:cxn modelId="{716C9E62-A6E2-4A78-A57F-AB6722B9D177}" type="presParOf" srcId="{4D6858F1-BDD1-41E6-BF3C-FB310E14B44D}" destId="{79017537-E215-4E17-81A9-2F1823B711C4}" srcOrd="0" destOrd="0" presId="urn:microsoft.com/office/officeart/2018/2/layout/IconCircleList"/>
    <dgm:cxn modelId="{1E724AF0-8F2E-4AF2-8C8D-8AA057774B34}" type="presParOf" srcId="{4D6858F1-BDD1-41E6-BF3C-FB310E14B44D}" destId="{0FD19BE3-F480-4467-B5F5-514BFB3490B0}" srcOrd="1" destOrd="0" presId="urn:microsoft.com/office/officeart/2018/2/layout/IconCircleList"/>
    <dgm:cxn modelId="{0CD04779-E4B8-494D-A532-C88D5F754B76}" type="presParOf" srcId="{4D6858F1-BDD1-41E6-BF3C-FB310E14B44D}" destId="{898A9781-9A6B-40C8-9FAF-B929AE744C35}" srcOrd="2" destOrd="0" presId="urn:microsoft.com/office/officeart/2018/2/layout/IconCircleList"/>
    <dgm:cxn modelId="{4580EF0A-C4FF-411C-AFCD-450A0DD4F7DA}" type="presParOf" srcId="{4D6858F1-BDD1-41E6-BF3C-FB310E14B44D}" destId="{BAEF2845-87E0-4293-B545-6836313A9597}" srcOrd="3" destOrd="0" presId="urn:microsoft.com/office/officeart/2018/2/layout/IconCircleList"/>
    <dgm:cxn modelId="{FC7266F8-7830-4C86-ABE7-DA254AC724E0}" type="presParOf" srcId="{0334F6F6-4458-43DE-A7FD-F33B551B1ADC}" destId="{77B103F5-DAD5-45BA-B37A-4F47E6C12428}" srcOrd="3" destOrd="0" presId="urn:microsoft.com/office/officeart/2018/2/layout/IconCircleList"/>
    <dgm:cxn modelId="{90C03593-8AA9-40E5-A572-CE6882ABEEB4}" type="presParOf" srcId="{0334F6F6-4458-43DE-A7FD-F33B551B1ADC}" destId="{B9F05695-B92A-41FB-B104-C260DE5D979D}" srcOrd="4" destOrd="0" presId="urn:microsoft.com/office/officeart/2018/2/layout/IconCircleList"/>
    <dgm:cxn modelId="{A13E7F95-70D2-468D-98EF-EC9FA4F049C0}" type="presParOf" srcId="{B9F05695-B92A-41FB-B104-C260DE5D979D}" destId="{0C835928-10EE-4B2E-AF02-4B62859B7ACC}" srcOrd="0" destOrd="0" presId="urn:microsoft.com/office/officeart/2018/2/layout/IconCircleList"/>
    <dgm:cxn modelId="{9589C7E2-FC97-488E-A27C-0F0053302C5A}" type="presParOf" srcId="{B9F05695-B92A-41FB-B104-C260DE5D979D}" destId="{2B45228B-EE55-47DC-9C83-A7018F961690}" srcOrd="1" destOrd="0" presId="urn:microsoft.com/office/officeart/2018/2/layout/IconCircleList"/>
    <dgm:cxn modelId="{9735E247-8826-4B91-8C08-DBAA92248905}" type="presParOf" srcId="{B9F05695-B92A-41FB-B104-C260DE5D979D}" destId="{123D94A1-BAC0-4839-83E9-B9B1E7ED2892}" srcOrd="2" destOrd="0" presId="urn:microsoft.com/office/officeart/2018/2/layout/IconCircleList"/>
    <dgm:cxn modelId="{55253D4F-62FB-441A-8DFF-7E19EBB21227}" type="presParOf" srcId="{B9F05695-B92A-41FB-B104-C260DE5D979D}" destId="{FD4C6E4C-7E4E-4A69-B527-728D49C2685E}" srcOrd="3" destOrd="0" presId="urn:microsoft.com/office/officeart/2018/2/layout/IconCircleList"/>
    <dgm:cxn modelId="{864A0AE7-1780-45A4-9947-1C8362CBD6D2}" type="presParOf" srcId="{0334F6F6-4458-43DE-A7FD-F33B551B1ADC}" destId="{456F9331-F6FA-4FEF-926A-74E6258DE458}" srcOrd="5" destOrd="0" presId="urn:microsoft.com/office/officeart/2018/2/layout/IconCircleList"/>
    <dgm:cxn modelId="{C47501B9-4DBA-4BDC-8CDC-9DA57B91F5E6}" type="presParOf" srcId="{0334F6F6-4458-43DE-A7FD-F33B551B1ADC}" destId="{F38564DC-6A33-49BF-811E-9F0E155C10FB}" srcOrd="6" destOrd="0" presId="urn:microsoft.com/office/officeart/2018/2/layout/IconCircleList"/>
    <dgm:cxn modelId="{5F20E478-71A5-485D-8F4C-B279AFB86D2B}" type="presParOf" srcId="{F38564DC-6A33-49BF-811E-9F0E155C10FB}" destId="{82AEE7E9-51BF-4776-9A9B-205182B4B5E2}" srcOrd="0" destOrd="0" presId="urn:microsoft.com/office/officeart/2018/2/layout/IconCircleList"/>
    <dgm:cxn modelId="{DD1B1B2E-6479-4F49-8F29-571561998FCA}" type="presParOf" srcId="{F38564DC-6A33-49BF-811E-9F0E155C10FB}" destId="{1A821F61-EDD3-451D-95E5-001706042DF3}" srcOrd="1" destOrd="0" presId="urn:microsoft.com/office/officeart/2018/2/layout/IconCircleList"/>
    <dgm:cxn modelId="{D3D13482-355E-42E2-9EF9-515C7D0CB28A}" type="presParOf" srcId="{F38564DC-6A33-49BF-811E-9F0E155C10FB}" destId="{E7670935-5717-43F8-A0DB-5F8A4C0FF30F}" srcOrd="2" destOrd="0" presId="urn:microsoft.com/office/officeart/2018/2/layout/IconCircleList"/>
    <dgm:cxn modelId="{ADE7201B-5B51-4FF8-B4FB-7CB84A638E87}" type="presParOf" srcId="{F38564DC-6A33-49BF-811E-9F0E155C10FB}" destId="{30919E2B-CD6F-4746-B5D6-A8FDBAC97E0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BD97DD-F636-4F8B-8006-ECF82EDBB589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C2D9113-74AC-4077-907D-23AA9C3C5AC5}">
      <dgm:prSet/>
      <dgm:spPr/>
      <dgm:t>
        <a:bodyPr/>
        <a:lstStyle/>
        <a:p>
          <a:r>
            <a:rPr lang="en-US"/>
            <a:t>The program loads messages using ResourceBundle with Locale.US.</a:t>
          </a:r>
        </a:p>
      </dgm:t>
    </dgm:pt>
    <dgm:pt modelId="{38817E2E-12EC-4DBC-8687-41729944A4D9}" type="parTrans" cxnId="{3A580165-6E5C-4F04-9B35-462532EA14B8}">
      <dgm:prSet/>
      <dgm:spPr/>
      <dgm:t>
        <a:bodyPr/>
        <a:lstStyle/>
        <a:p>
          <a:endParaRPr lang="en-US"/>
        </a:p>
      </dgm:t>
    </dgm:pt>
    <dgm:pt modelId="{2BE74E02-14C6-49CA-9FE0-B112701307C3}" type="sibTrans" cxnId="{3A580165-6E5C-4F04-9B35-462532EA14B8}">
      <dgm:prSet/>
      <dgm:spPr/>
      <dgm:t>
        <a:bodyPr/>
        <a:lstStyle/>
        <a:p>
          <a:endParaRPr lang="en-US"/>
        </a:p>
      </dgm:t>
    </dgm:pt>
    <dgm:pt modelId="{81D029E8-A1C0-4622-986E-51889309BB6E}">
      <dgm:prSet/>
      <dgm:spPr/>
      <dgm:t>
        <a:bodyPr/>
        <a:lstStyle/>
        <a:p>
          <a:r>
            <a:rPr lang="en-US"/>
            <a:t>It displays a welcome message and prompts for a USD amount.</a:t>
          </a:r>
        </a:p>
      </dgm:t>
    </dgm:pt>
    <dgm:pt modelId="{445D46D5-D766-4971-AA2B-FDF29900A828}" type="parTrans" cxnId="{047ABB28-9BC5-4432-B5E5-68C3FB08F5CE}">
      <dgm:prSet/>
      <dgm:spPr/>
      <dgm:t>
        <a:bodyPr/>
        <a:lstStyle/>
        <a:p>
          <a:endParaRPr lang="en-US"/>
        </a:p>
      </dgm:t>
    </dgm:pt>
    <dgm:pt modelId="{D62A0021-2D4D-4A3E-9617-BD27B00AA1CF}" type="sibTrans" cxnId="{047ABB28-9BC5-4432-B5E5-68C3FB08F5CE}">
      <dgm:prSet/>
      <dgm:spPr/>
      <dgm:t>
        <a:bodyPr/>
        <a:lstStyle/>
        <a:p>
          <a:endParaRPr lang="en-US"/>
        </a:p>
      </dgm:t>
    </dgm:pt>
    <dgm:pt modelId="{17ED03C5-3CE6-4E7D-A7E3-2BC657A1790F}">
      <dgm:prSet/>
      <dgm:spPr/>
      <dgm:t>
        <a:bodyPr/>
        <a:lstStyle/>
        <a:p>
          <a:r>
            <a:rPr lang="en-US"/>
            <a:t>The user selects EUR or MXN, and the switch statement applies the correct rate.</a:t>
          </a:r>
        </a:p>
      </dgm:t>
    </dgm:pt>
    <dgm:pt modelId="{3E8D4B95-297D-4EE2-8863-A3FC135B4A1F}" type="parTrans" cxnId="{66062D68-23D2-4871-84F8-992C0ACFB2FE}">
      <dgm:prSet/>
      <dgm:spPr/>
      <dgm:t>
        <a:bodyPr/>
        <a:lstStyle/>
        <a:p>
          <a:endParaRPr lang="en-US"/>
        </a:p>
      </dgm:t>
    </dgm:pt>
    <dgm:pt modelId="{6B69CF85-D074-4194-B0F3-692CAF51359B}" type="sibTrans" cxnId="{66062D68-23D2-4871-84F8-992C0ACFB2FE}">
      <dgm:prSet/>
      <dgm:spPr/>
      <dgm:t>
        <a:bodyPr/>
        <a:lstStyle/>
        <a:p>
          <a:endParaRPr lang="en-US"/>
        </a:p>
      </dgm:t>
    </dgm:pt>
    <dgm:pt modelId="{3EE862FE-489C-41AD-8593-62EC6CC3837C}">
      <dgm:prSet/>
      <dgm:spPr/>
      <dgm:t>
        <a:bodyPr/>
        <a:lstStyle/>
        <a:p>
          <a:r>
            <a:rPr lang="en-US"/>
            <a:t>The result is formatted to two decimal places before display.</a:t>
          </a:r>
        </a:p>
      </dgm:t>
    </dgm:pt>
    <dgm:pt modelId="{2F947AB2-EFF8-416E-85A8-2C1A0A075A0B}" type="parTrans" cxnId="{7FCEC74E-816C-4755-96CC-55066463158F}">
      <dgm:prSet/>
      <dgm:spPr/>
      <dgm:t>
        <a:bodyPr/>
        <a:lstStyle/>
        <a:p>
          <a:endParaRPr lang="en-US"/>
        </a:p>
      </dgm:t>
    </dgm:pt>
    <dgm:pt modelId="{C9CDE5AC-48A1-433F-A441-8319ED10D977}" type="sibTrans" cxnId="{7FCEC74E-816C-4755-96CC-55066463158F}">
      <dgm:prSet/>
      <dgm:spPr/>
      <dgm:t>
        <a:bodyPr/>
        <a:lstStyle/>
        <a:p>
          <a:endParaRPr lang="en-US"/>
        </a:p>
      </dgm:t>
    </dgm:pt>
    <dgm:pt modelId="{59F5271E-D4D6-4700-9241-E19ADFD3F937}" type="pres">
      <dgm:prSet presAssocID="{BBBD97DD-F636-4F8B-8006-ECF82EDBB589}" presName="diagram" presStyleCnt="0">
        <dgm:presLayoutVars>
          <dgm:dir/>
          <dgm:resizeHandles val="exact"/>
        </dgm:presLayoutVars>
      </dgm:prSet>
      <dgm:spPr/>
    </dgm:pt>
    <dgm:pt modelId="{6A09636F-BDAA-418C-9D64-23E0200D5CF7}" type="pres">
      <dgm:prSet presAssocID="{2C2D9113-74AC-4077-907D-23AA9C3C5AC5}" presName="node" presStyleLbl="node1" presStyleIdx="0" presStyleCnt="4">
        <dgm:presLayoutVars>
          <dgm:bulletEnabled val="1"/>
        </dgm:presLayoutVars>
      </dgm:prSet>
      <dgm:spPr/>
    </dgm:pt>
    <dgm:pt modelId="{7C5CBDD2-A979-43A6-B54B-20765DDF6A48}" type="pres">
      <dgm:prSet presAssocID="{2BE74E02-14C6-49CA-9FE0-B112701307C3}" presName="sibTrans" presStyleLbl="sibTrans2D1" presStyleIdx="0" presStyleCnt="3"/>
      <dgm:spPr/>
    </dgm:pt>
    <dgm:pt modelId="{4F1475CF-1B34-4F43-B6DB-084F25E94976}" type="pres">
      <dgm:prSet presAssocID="{2BE74E02-14C6-49CA-9FE0-B112701307C3}" presName="connectorText" presStyleLbl="sibTrans2D1" presStyleIdx="0" presStyleCnt="3"/>
      <dgm:spPr/>
    </dgm:pt>
    <dgm:pt modelId="{7E428E6F-B59D-413D-BCC3-1A0299C2A60D}" type="pres">
      <dgm:prSet presAssocID="{81D029E8-A1C0-4622-986E-51889309BB6E}" presName="node" presStyleLbl="node1" presStyleIdx="1" presStyleCnt="4">
        <dgm:presLayoutVars>
          <dgm:bulletEnabled val="1"/>
        </dgm:presLayoutVars>
      </dgm:prSet>
      <dgm:spPr/>
    </dgm:pt>
    <dgm:pt modelId="{B524B80E-F7C2-4CC4-954B-9169ED201710}" type="pres">
      <dgm:prSet presAssocID="{D62A0021-2D4D-4A3E-9617-BD27B00AA1CF}" presName="sibTrans" presStyleLbl="sibTrans2D1" presStyleIdx="1" presStyleCnt="3"/>
      <dgm:spPr/>
    </dgm:pt>
    <dgm:pt modelId="{6DA46E81-67DF-4C24-A497-922761D87FAF}" type="pres">
      <dgm:prSet presAssocID="{D62A0021-2D4D-4A3E-9617-BD27B00AA1CF}" presName="connectorText" presStyleLbl="sibTrans2D1" presStyleIdx="1" presStyleCnt="3"/>
      <dgm:spPr/>
    </dgm:pt>
    <dgm:pt modelId="{1CF28CD8-0A76-4C64-89E2-A3759A21646B}" type="pres">
      <dgm:prSet presAssocID="{17ED03C5-3CE6-4E7D-A7E3-2BC657A1790F}" presName="node" presStyleLbl="node1" presStyleIdx="2" presStyleCnt="4">
        <dgm:presLayoutVars>
          <dgm:bulletEnabled val="1"/>
        </dgm:presLayoutVars>
      </dgm:prSet>
      <dgm:spPr/>
    </dgm:pt>
    <dgm:pt modelId="{5030F908-3581-4699-B90F-C014BE570F3F}" type="pres">
      <dgm:prSet presAssocID="{6B69CF85-D074-4194-B0F3-692CAF51359B}" presName="sibTrans" presStyleLbl="sibTrans2D1" presStyleIdx="2" presStyleCnt="3"/>
      <dgm:spPr/>
    </dgm:pt>
    <dgm:pt modelId="{D09D7587-64F4-44E9-B720-4B60586FEDED}" type="pres">
      <dgm:prSet presAssocID="{6B69CF85-D074-4194-B0F3-692CAF51359B}" presName="connectorText" presStyleLbl="sibTrans2D1" presStyleIdx="2" presStyleCnt="3"/>
      <dgm:spPr/>
    </dgm:pt>
    <dgm:pt modelId="{C9F23C8E-578A-452C-98B5-C31E7173B2FB}" type="pres">
      <dgm:prSet presAssocID="{3EE862FE-489C-41AD-8593-62EC6CC3837C}" presName="node" presStyleLbl="node1" presStyleIdx="3" presStyleCnt="4">
        <dgm:presLayoutVars>
          <dgm:bulletEnabled val="1"/>
        </dgm:presLayoutVars>
      </dgm:prSet>
      <dgm:spPr/>
    </dgm:pt>
  </dgm:ptLst>
  <dgm:cxnLst>
    <dgm:cxn modelId="{F9EBA81A-C5C4-4828-AEB3-ECE8D9A4D30B}" type="presOf" srcId="{2C2D9113-74AC-4077-907D-23AA9C3C5AC5}" destId="{6A09636F-BDAA-418C-9D64-23E0200D5CF7}" srcOrd="0" destOrd="0" presId="urn:microsoft.com/office/officeart/2005/8/layout/process5"/>
    <dgm:cxn modelId="{047ABB28-9BC5-4432-B5E5-68C3FB08F5CE}" srcId="{BBBD97DD-F636-4F8B-8006-ECF82EDBB589}" destId="{81D029E8-A1C0-4622-986E-51889309BB6E}" srcOrd="1" destOrd="0" parTransId="{445D46D5-D766-4971-AA2B-FDF29900A828}" sibTransId="{D62A0021-2D4D-4A3E-9617-BD27B00AA1CF}"/>
    <dgm:cxn modelId="{3CAD112D-C124-4608-A09E-390F39CEE94E}" type="presOf" srcId="{3EE862FE-489C-41AD-8593-62EC6CC3837C}" destId="{C9F23C8E-578A-452C-98B5-C31E7173B2FB}" srcOrd="0" destOrd="0" presId="urn:microsoft.com/office/officeart/2005/8/layout/process5"/>
    <dgm:cxn modelId="{E0AA923A-2818-45AC-8019-43BFE943A830}" type="presOf" srcId="{D62A0021-2D4D-4A3E-9617-BD27B00AA1CF}" destId="{B524B80E-F7C2-4CC4-954B-9169ED201710}" srcOrd="0" destOrd="0" presId="urn:microsoft.com/office/officeart/2005/8/layout/process5"/>
    <dgm:cxn modelId="{D0FE193B-39A1-458D-AF9C-4732737E4B79}" type="presOf" srcId="{2BE74E02-14C6-49CA-9FE0-B112701307C3}" destId="{4F1475CF-1B34-4F43-B6DB-084F25E94976}" srcOrd="1" destOrd="0" presId="urn:microsoft.com/office/officeart/2005/8/layout/process5"/>
    <dgm:cxn modelId="{3A580165-6E5C-4F04-9B35-462532EA14B8}" srcId="{BBBD97DD-F636-4F8B-8006-ECF82EDBB589}" destId="{2C2D9113-74AC-4077-907D-23AA9C3C5AC5}" srcOrd="0" destOrd="0" parTransId="{38817E2E-12EC-4DBC-8687-41729944A4D9}" sibTransId="{2BE74E02-14C6-49CA-9FE0-B112701307C3}"/>
    <dgm:cxn modelId="{66062D68-23D2-4871-84F8-992C0ACFB2FE}" srcId="{BBBD97DD-F636-4F8B-8006-ECF82EDBB589}" destId="{17ED03C5-3CE6-4E7D-A7E3-2BC657A1790F}" srcOrd="2" destOrd="0" parTransId="{3E8D4B95-297D-4EE2-8863-A3FC135B4A1F}" sibTransId="{6B69CF85-D074-4194-B0F3-692CAF51359B}"/>
    <dgm:cxn modelId="{7FCEC74E-816C-4755-96CC-55066463158F}" srcId="{BBBD97DD-F636-4F8B-8006-ECF82EDBB589}" destId="{3EE862FE-489C-41AD-8593-62EC6CC3837C}" srcOrd="3" destOrd="0" parTransId="{2F947AB2-EFF8-416E-85A8-2C1A0A075A0B}" sibTransId="{C9CDE5AC-48A1-433F-A441-8319ED10D977}"/>
    <dgm:cxn modelId="{132D3156-B3C8-40FA-BD36-34DAAFD90B0B}" type="presOf" srcId="{6B69CF85-D074-4194-B0F3-692CAF51359B}" destId="{D09D7587-64F4-44E9-B720-4B60586FEDED}" srcOrd="1" destOrd="0" presId="urn:microsoft.com/office/officeart/2005/8/layout/process5"/>
    <dgm:cxn modelId="{888E6E77-29C0-4AAE-A370-7C77D7124B51}" type="presOf" srcId="{2BE74E02-14C6-49CA-9FE0-B112701307C3}" destId="{7C5CBDD2-A979-43A6-B54B-20765DDF6A48}" srcOrd="0" destOrd="0" presId="urn:microsoft.com/office/officeart/2005/8/layout/process5"/>
    <dgm:cxn modelId="{90D3FB86-C8FC-4221-8CC6-90344B60BAF6}" type="presOf" srcId="{81D029E8-A1C0-4622-986E-51889309BB6E}" destId="{7E428E6F-B59D-413D-BCC3-1A0299C2A60D}" srcOrd="0" destOrd="0" presId="urn:microsoft.com/office/officeart/2005/8/layout/process5"/>
    <dgm:cxn modelId="{8A6A63BF-1DB0-4C5A-9721-D9A8A69946BB}" type="presOf" srcId="{6B69CF85-D074-4194-B0F3-692CAF51359B}" destId="{5030F908-3581-4699-B90F-C014BE570F3F}" srcOrd="0" destOrd="0" presId="urn:microsoft.com/office/officeart/2005/8/layout/process5"/>
    <dgm:cxn modelId="{4A3D46CC-2D0B-41C1-B5B1-788D393571EE}" type="presOf" srcId="{D62A0021-2D4D-4A3E-9617-BD27B00AA1CF}" destId="{6DA46E81-67DF-4C24-A497-922761D87FAF}" srcOrd="1" destOrd="0" presId="urn:microsoft.com/office/officeart/2005/8/layout/process5"/>
    <dgm:cxn modelId="{A6DA1DD2-E0BF-4D11-80C3-22D75512295F}" type="presOf" srcId="{17ED03C5-3CE6-4E7D-A7E3-2BC657A1790F}" destId="{1CF28CD8-0A76-4C64-89E2-A3759A21646B}" srcOrd="0" destOrd="0" presId="urn:microsoft.com/office/officeart/2005/8/layout/process5"/>
    <dgm:cxn modelId="{6A7226F2-AAB9-4455-A956-90E0C2F8FD44}" type="presOf" srcId="{BBBD97DD-F636-4F8B-8006-ECF82EDBB589}" destId="{59F5271E-D4D6-4700-9241-E19ADFD3F937}" srcOrd="0" destOrd="0" presId="urn:microsoft.com/office/officeart/2005/8/layout/process5"/>
    <dgm:cxn modelId="{50874328-3B6A-4F95-8E8F-C2E065265CED}" type="presParOf" srcId="{59F5271E-D4D6-4700-9241-E19ADFD3F937}" destId="{6A09636F-BDAA-418C-9D64-23E0200D5CF7}" srcOrd="0" destOrd="0" presId="urn:microsoft.com/office/officeart/2005/8/layout/process5"/>
    <dgm:cxn modelId="{D6DC70A0-600A-4624-9DDD-72CE9FB46656}" type="presParOf" srcId="{59F5271E-D4D6-4700-9241-E19ADFD3F937}" destId="{7C5CBDD2-A979-43A6-B54B-20765DDF6A48}" srcOrd="1" destOrd="0" presId="urn:microsoft.com/office/officeart/2005/8/layout/process5"/>
    <dgm:cxn modelId="{D3A74842-3664-4AD1-B607-62929B401C71}" type="presParOf" srcId="{7C5CBDD2-A979-43A6-B54B-20765DDF6A48}" destId="{4F1475CF-1B34-4F43-B6DB-084F25E94976}" srcOrd="0" destOrd="0" presId="urn:microsoft.com/office/officeart/2005/8/layout/process5"/>
    <dgm:cxn modelId="{9276E162-40B3-4344-80A7-1450500F6ECA}" type="presParOf" srcId="{59F5271E-D4D6-4700-9241-E19ADFD3F937}" destId="{7E428E6F-B59D-413D-BCC3-1A0299C2A60D}" srcOrd="2" destOrd="0" presId="urn:microsoft.com/office/officeart/2005/8/layout/process5"/>
    <dgm:cxn modelId="{4458F066-1A3F-403A-B2CC-6E896463FA33}" type="presParOf" srcId="{59F5271E-D4D6-4700-9241-E19ADFD3F937}" destId="{B524B80E-F7C2-4CC4-954B-9169ED201710}" srcOrd="3" destOrd="0" presId="urn:microsoft.com/office/officeart/2005/8/layout/process5"/>
    <dgm:cxn modelId="{DE258581-3393-40E3-BF11-2D2EFADFD5C7}" type="presParOf" srcId="{B524B80E-F7C2-4CC4-954B-9169ED201710}" destId="{6DA46E81-67DF-4C24-A497-922761D87FAF}" srcOrd="0" destOrd="0" presId="urn:microsoft.com/office/officeart/2005/8/layout/process5"/>
    <dgm:cxn modelId="{BA0F84A1-06BE-4FD5-B1D0-CCD887ADA792}" type="presParOf" srcId="{59F5271E-D4D6-4700-9241-E19ADFD3F937}" destId="{1CF28CD8-0A76-4C64-89E2-A3759A21646B}" srcOrd="4" destOrd="0" presId="urn:microsoft.com/office/officeart/2005/8/layout/process5"/>
    <dgm:cxn modelId="{0131F631-A30E-49EC-8129-FF6F1370113D}" type="presParOf" srcId="{59F5271E-D4D6-4700-9241-E19ADFD3F937}" destId="{5030F908-3581-4699-B90F-C014BE570F3F}" srcOrd="5" destOrd="0" presId="urn:microsoft.com/office/officeart/2005/8/layout/process5"/>
    <dgm:cxn modelId="{898B9D86-9490-4268-9D85-FEEDCB2FE63A}" type="presParOf" srcId="{5030F908-3581-4699-B90F-C014BE570F3F}" destId="{D09D7587-64F4-44E9-B720-4B60586FEDED}" srcOrd="0" destOrd="0" presId="urn:microsoft.com/office/officeart/2005/8/layout/process5"/>
    <dgm:cxn modelId="{7A4484BB-9BC3-4186-92E2-1FC477ADDA23}" type="presParOf" srcId="{59F5271E-D4D6-4700-9241-E19ADFD3F937}" destId="{C9F23C8E-578A-452C-98B5-C31E7173B2FB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FFC3D24-7380-4385-88ED-5746B6724A86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5DE43D8-906C-4976-898E-E315556E46B6}">
      <dgm:prSet/>
      <dgm:spPr/>
      <dgm:t>
        <a:bodyPr/>
        <a:lstStyle/>
        <a:p>
          <a:r>
            <a:rPr lang="en-US"/>
            <a:t>Valid input example: 100 USD to EUR displays €90.00.</a:t>
          </a:r>
        </a:p>
      </dgm:t>
    </dgm:pt>
    <dgm:pt modelId="{269701C6-B61D-4F65-BABE-4B81DA80AA5A}" type="parTrans" cxnId="{DA4CB43A-FDD0-4AC5-897B-695EE2FEAA34}">
      <dgm:prSet/>
      <dgm:spPr/>
      <dgm:t>
        <a:bodyPr/>
        <a:lstStyle/>
        <a:p>
          <a:endParaRPr lang="en-US"/>
        </a:p>
      </dgm:t>
    </dgm:pt>
    <dgm:pt modelId="{B69A8F97-9C26-409A-B658-B1EEA24F0AA6}" type="sibTrans" cxnId="{DA4CB43A-FDD0-4AC5-897B-695EE2FEAA34}">
      <dgm:prSet/>
      <dgm:spPr/>
      <dgm:t>
        <a:bodyPr/>
        <a:lstStyle/>
        <a:p>
          <a:endParaRPr lang="en-US"/>
        </a:p>
      </dgm:t>
    </dgm:pt>
    <dgm:pt modelId="{48132520-51F7-477F-BAB3-EC61D19F8457}">
      <dgm:prSet/>
      <dgm:spPr/>
      <dgm:t>
        <a:bodyPr/>
        <a:lstStyle/>
        <a:p>
          <a:r>
            <a:rPr lang="en-US"/>
            <a:t>The output confirms accurate calculation and formatting.</a:t>
          </a:r>
        </a:p>
      </dgm:t>
    </dgm:pt>
    <dgm:pt modelId="{B7CBD4E3-CD5B-412C-87ED-1D64F2C09585}" type="parTrans" cxnId="{4454F80A-7DDA-43B0-8351-079F8A8E556B}">
      <dgm:prSet/>
      <dgm:spPr/>
      <dgm:t>
        <a:bodyPr/>
        <a:lstStyle/>
        <a:p>
          <a:endParaRPr lang="en-US"/>
        </a:p>
      </dgm:t>
    </dgm:pt>
    <dgm:pt modelId="{4D65D817-D3A5-4694-AC31-4FE98B82F811}" type="sibTrans" cxnId="{4454F80A-7DDA-43B0-8351-079F8A8E556B}">
      <dgm:prSet/>
      <dgm:spPr/>
      <dgm:t>
        <a:bodyPr/>
        <a:lstStyle/>
        <a:p>
          <a:endParaRPr lang="en-US"/>
        </a:p>
      </dgm:t>
    </dgm:pt>
    <dgm:pt modelId="{FE0377EB-58B7-48D1-89C0-F6E64523680D}">
      <dgm:prSet/>
      <dgm:spPr/>
      <dgm:t>
        <a:bodyPr/>
        <a:lstStyle/>
        <a:p>
          <a:r>
            <a:rPr lang="en-US"/>
            <a:t>Invalid input like 'abc' is safely caught.</a:t>
          </a:r>
        </a:p>
      </dgm:t>
    </dgm:pt>
    <dgm:pt modelId="{612E1EB5-48C7-4E0B-8813-CF4552F11126}" type="parTrans" cxnId="{8D816A1F-A2C1-43D1-8BA3-3FD84A753D9E}">
      <dgm:prSet/>
      <dgm:spPr/>
      <dgm:t>
        <a:bodyPr/>
        <a:lstStyle/>
        <a:p>
          <a:endParaRPr lang="en-US"/>
        </a:p>
      </dgm:t>
    </dgm:pt>
    <dgm:pt modelId="{72F6FF17-7ED9-4851-8A65-75D6CDFBFA83}" type="sibTrans" cxnId="{8D816A1F-A2C1-43D1-8BA3-3FD84A753D9E}">
      <dgm:prSet/>
      <dgm:spPr/>
      <dgm:t>
        <a:bodyPr/>
        <a:lstStyle/>
        <a:p>
          <a:endParaRPr lang="en-US"/>
        </a:p>
      </dgm:t>
    </dgm:pt>
    <dgm:pt modelId="{A7F848F1-D31E-4C31-9C91-27E52B24D2B6}">
      <dgm:prSet/>
      <dgm:spPr/>
      <dgm:t>
        <a:bodyPr/>
        <a:lstStyle/>
        <a:p>
          <a:r>
            <a:rPr lang="en-US"/>
            <a:t>The program displays a clear error without crashing.</a:t>
          </a:r>
        </a:p>
      </dgm:t>
    </dgm:pt>
    <dgm:pt modelId="{506F743E-15DC-4482-B4E0-4C95BB2446C1}" type="parTrans" cxnId="{AB17EEF1-9A75-4341-8273-3017179E6D2D}">
      <dgm:prSet/>
      <dgm:spPr/>
      <dgm:t>
        <a:bodyPr/>
        <a:lstStyle/>
        <a:p>
          <a:endParaRPr lang="en-US"/>
        </a:p>
      </dgm:t>
    </dgm:pt>
    <dgm:pt modelId="{740BD038-A231-4741-AC87-D517BFBAF2BB}" type="sibTrans" cxnId="{AB17EEF1-9A75-4341-8273-3017179E6D2D}">
      <dgm:prSet/>
      <dgm:spPr/>
      <dgm:t>
        <a:bodyPr/>
        <a:lstStyle/>
        <a:p>
          <a:endParaRPr lang="en-US"/>
        </a:p>
      </dgm:t>
    </dgm:pt>
    <dgm:pt modelId="{CCFA2B68-0DCA-4460-BA97-DBF75A9AF983}" type="pres">
      <dgm:prSet presAssocID="{EFFC3D24-7380-4385-88ED-5746B6724A86}" presName="outerComposite" presStyleCnt="0">
        <dgm:presLayoutVars>
          <dgm:chMax val="5"/>
          <dgm:dir/>
          <dgm:resizeHandles val="exact"/>
        </dgm:presLayoutVars>
      </dgm:prSet>
      <dgm:spPr/>
    </dgm:pt>
    <dgm:pt modelId="{259D43D5-0061-4110-8C42-B8A9942FC59A}" type="pres">
      <dgm:prSet presAssocID="{EFFC3D24-7380-4385-88ED-5746B6724A86}" presName="dummyMaxCanvas" presStyleCnt="0">
        <dgm:presLayoutVars/>
      </dgm:prSet>
      <dgm:spPr/>
    </dgm:pt>
    <dgm:pt modelId="{CE0BF61D-1890-4C33-8EFF-A715818E733A}" type="pres">
      <dgm:prSet presAssocID="{EFFC3D24-7380-4385-88ED-5746B6724A86}" presName="FourNodes_1" presStyleLbl="node1" presStyleIdx="0" presStyleCnt="4">
        <dgm:presLayoutVars>
          <dgm:bulletEnabled val="1"/>
        </dgm:presLayoutVars>
      </dgm:prSet>
      <dgm:spPr/>
    </dgm:pt>
    <dgm:pt modelId="{D18F6979-499F-41E2-AD51-820488A68FF7}" type="pres">
      <dgm:prSet presAssocID="{EFFC3D24-7380-4385-88ED-5746B6724A86}" presName="FourNodes_2" presStyleLbl="node1" presStyleIdx="1" presStyleCnt="4">
        <dgm:presLayoutVars>
          <dgm:bulletEnabled val="1"/>
        </dgm:presLayoutVars>
      </dgm:prSet>
      <dgm:spPr/>
    </dgm:pt>
    <dgm:pt modelId="{00DC8428-BAA0-400E-9968-F9ED004E31A8}" type="pres">
      <dgm:prSet presAssocID="{EFFC3D24-7380-4385-88ED-5746B6724A86}" presName="FourNodes_3" presStyleLbl="node1" presStyleIdx="2" presStyleCnt="4">
        <dgm:presLayoutVars>
          <dgm:bulletEnabled val="1"/>
        </dgm:presLayoutVars>
      </dgm:prSet>
      <dgm:spPr/>
    </dgm:pt>
    <dgm:pt modelId="{4DD37C7C-61A4-4F3D-824D-61966C54819B}" type="pres">
      <dgm:prSet presAssocID="{EFFC3D24-7380-4385-88ED-5746B6724A86}" presName="FourNodes_4" presStyleLbl="node1" presStyleIdx="3" presStyleCnt="4">
        <dgm:presLayoutVars>
          <dgm:bulletEnabled val="1"/>
        </dgm:presLayoutVars>
      </dgm:prSet>
      <dgm:spPr/>
    </dgm:pt>
    <dgm:pt modelId="{C5D91350-A118-4C67-9531-89C7B333E650}" type="pres">
      <dgm:prSet presAssocID="{EFFC3D24-7380-4385-88ED-5746B6724A86}" presName="FourConn_1-2" presStyleLbl="fgAccFollowNode1" presStyleIdx="0" presStyleCnt="3">
        <dgm:presLayoutVars>
          <dgm:bulletEnabled val="1"/>
        </dgm:presLayoutVars>
      </dgm:prSet>
      <dgm:spPr/>
    </dgm:pt>
    <dgm:pt modelId="{5E069161-2377-4922-8E26-3B5E4136E372}" type="pres">
      <dgm:prSet presAssocID="{EFFC3D24-7380-4385-88ED-5746B6724A86}" presName="FourConn_2-3" presStyleLbl="fgAccFollowNode1" presStyleIdx="1" presStyleCnt="3">
        <dgm:presLayoutVars>
          <dgm:bulletEnabled val="1"/>
        </dgm:presLayoutVars>
      </dgm:prSet>
      <dgm:spPr/>
    </dgm:pt>
    <dgm:pt modelId="{2528B1DC-AB5D-4AC7-935A-DB360022C8F5}" type="pres">
      <dgm:prSet presAssocID="{EFFC3D24-7380-4385-88ED-5746B6724A86}" presName="FourConn_3-4" presStyleLbl="fgAccFollowNode1" presStyleIdx="2" presStyleCnt="3">
        <dgm:presLayoutVars>
          <dgm:bulletEnabled val="1"/>
        </dgm:presLayoutVars>
      </dgm:prSet>
      <dgm:spPr/>
    </dgm:pt>
    <dgm:pt modelId="{66C40607-16C2-42C7-9ACB-2291AFF8AEA0}" type="pres">
      <dgm:prSet presAssocID="{EFFC3D24-7380-4385-88ED-5746B6724A86}" presName="FourNodes_1_text" presStyleLbl="node1" presStyleIdx="3" presStyleCnt="4">
        <dgm:presLayoutVars>
          <dgm:bulletEnabled val="1"/>
        </dgm:presLayoutVars>
      </dgm:prSet>
      <dgm:spPr/>
    </dgm:pt>
    <dgm:pt modelId="{6EA38F12-77CE-4F89-BF6D-84149EF192B1}" type="pres">
      <dgm:prSet presAssocID="{EFFC3D24-7380-4385-88ED-5746B6724A86}" presName="FourNodes_2_text" presStyleLbl="node1" presStyleIdx="3" presStyleCnt="4">
        <dgm:presLayoutVars>
          <dgm:bulletEnabled val="1"/>
        </dgm:presLayoutVars>
      </dgm:prSet>
      <dgm:spPr/>
    </dgm:pt>
    <dgm:pt modelId="{C5ADD627-6B71-4567-AE86-8D902BD9BD53}" type="pres">
      <dgm:prSet presAssocID="{EFFC3D24-7380-4385-88ED-5746B6724A86}" presName="FourNodes_3_text" presStyleLbl="node1" presStyleIdx="3" presStyleCnt="4">
        <dgm:presLayoutVars>
          <dgm:bulletEnabled val="1"/>
        </dgm:presLayoutVars>
      </dgm:prSet>
      <dgm:spPr/>
    </dgm:pt>
    <dgm:pt modelId="{C669FEFF-ADDC-40AF-9C0B-309ACCC344AA}" type="pres">
      <dgm:prSet presAssocID="{EFFC3D24-7380-4385-88ED-5746B6724A86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F135B300-D24C-4B36-B5A1-F28B1CB81F2C}" type="presOf" srcId="{72F6FF17-7ED9-4851-8A65-75D6CDFBFA83}" destId="{2528B1DC-AB5D-4AC7-935A-DB360022C8F5}" srcOrd="0" destOrd="0" presId="urn:microsoft.com/office/officeart/2005/8/layout/vProcess5"/>
    <dgm:cxn modelId="{4454F80A-7DDA-43B0-8351-079F8A8E556B}" srcId="{EFFC3D24-7380-4385-88ED-5746B6724A86}" destId="{48132520-51F7-477F-BAB3-EC61D19F8457}" srcOrd="1" destOrd="0" parTransId="{B7CBD4E3-CD5B-412C-87ED-1D64F2C09585}" sibTransId="{4D65D817-D3A5-4694-AC31-4FE98B82F811}"/>
    <dgm:cxn modelId="{FB33AE0C-4F6F-4368-8247-09D579DB94CE}" type="presOf" srcId="{48132520-51F7-477F-BAB3-EC61D19F8457}" destId="{D18F6979-499F-41E2-AD51-820488A68FF7}" srcOrd="0" destOrd="0" presId="urn:microsoft.com/office/officeart/2005/8/layout/vProcess5"/>
    <dgm:cxn modelId="{E0675210-4E8E-4258-9532-F0769BF1B834}" type="presOf" srcId="{A7F848F1-D31E-4C31-9C91-27E52B24D2B6}" destId="{4DD37C7C-61A4-4F3D-824D-61966C54819B}" srcOrd="0" destOrd="0" presId="urn:microsoft.com/office/officeart/2005/8/layout/vProcess5"/>
    <dgm:cxn modelId="{8D816A1F-A2C1-43D1-8BA3-3FD84A753D9E}" srcId="{EFFC3D24-7380-4385-88ED-5746B6724A86}" destId="{FE0377EB-58B7-48D1-89C0-F6E64523680D}" srcOrd="2" destOrd="0" parTransId="{612E1EB5-48C7-4E0B-8813-CF4552F11126}" sibTransId="{72F6FF17-7ED9-4851-8A65-75D6CDFBFA83}"/>
    <dgm:cxn modelId="{DA4CB43A-FDD0-4AC5-897B-695EE2FEAA34}" srcId="{EFFC3D24-7380-4385-88ED-5746B6724A86}" destId="{15DE43D8-906C-4976-898E-E315556E46B6}" srcOrd="0" destOrd="0" parTransId="{269701C6-B61D-4F65-BABE-4B81DA80AA5A}" sibTransId="{B69A8F97-9C26-409A-B658-B1EEA24F0AA6}"/>
    <dgm:cxn modelId="{A57D3269-95D2-4D2B-88D1-A629EEBD7DCF}" type="presOf" srcId="{A7F848F1-D31E-4C31-9C91-27E52B24D2B6}" destId="{C669FEFF-ADDC-40AF-9C0B-309ACCC344AA}" srcOrd="1" destOrd="0" presId="urn:microsoft.com/office/officeart/2005/8/layout/vProcess5"/>
    <dgm:cxn modelId="{A4676C49-303E-4717-B33E-794184BAC069}" type="presOf" srcId="{B69A8F97-9C26-409A-B658-B1EEA24F0AA6}" destId="{C5D91350-A118-4C67-9531-89C7B333E650}" srcOrd="0" destOrd="0" presId="urn:microsoft.com/office/officeart/2005/8/layout/vProcess5"/>
    <dgm:cxn modelId="{AD4BA381-7332-49CB-8034-49965A8B8271}" type="presOf" srcId="{4D65D817-D3A5-4694-AC31-4FE98B82F811}" destId="{5E069161-2377-4922-8E26-3B5E4136E372}" srcOrd="0" destOrd="0" presId="urn:microsoft.com/office/officeart/2005/8/layout/vProcess5"/>
    <dgm:cxn modelId="{EFE55590-2972-4D61-A0DF-B0FB9AA84826}" type="presOf" srcId="{FE0377EB-58B7-48D1-89C0-F6E64523680D}" destId="{00DC8428-BAA0-400E-9968-F9ED004E31A8}" srcOrd="0" destOrd="0" presId="urn:microsoft.com/office/officeart/2005/8/layout/vProcess5"/>
    <dgm:cxn modelId="{63560BA9-6F71-47EF-8E2B-E378F04D0073}" type="presOf" srcId="{48132520-51F7-477F-BAB3-EC61D19F8457}" destId="{6EA38F12-77CE-4F89-BF6D-84149EF192B1}" srcOrd="1" destOrd="0" presId="urn:microsoft.com/office/officeart/2005/8/layout/vProcess5"/>
    <dgm:cxn modelId="{647FE2B5-A9A2-4607-B52B-EAF1F2A2C7AF}" type="presOf" srcId="{FE0377EB-58B7-48D1-89C0-F6E64523680D}" destId="{C5ADD627-6B71-4567-AE86-8D902BD9BD53}" srcOrd="1" destOrd="0" presId="urn:microsoft.com/office/officeart/2005/8/layout/vProcess5"/>
    <dgm:cxn modelId="{FFDE2FBA-C13D-4B7C-836E-D0A774359E8F}" type="presOf" srcId="{EFFC3D24-7380-4385-88ED-5746B6724A86}" destId="{CCFA2B68-0DCA-4460-BA97-DBF75A9AF983}" srcOrd="0" destOrd="0" presId="urn:microsoft.com/office/officeart/2005/8/layout/vProcess5"/>
    <dgm:cxn modelId="{99EAC0C9-48D7-4577-BEA8-B47C5AA9CC9F}" type="presOf" srcId="{15DE43D8-906C-4976-898E-E315556E46B6}" destId="{CE0BF61D-1890-4C33-8EFF-A715818E733A}" srcOrd="0" destOrd="0" presId="urn:microsoft.com/office/officeart/2005/8/layout/vProcess5"/>
    <dgm:cxn modelId="{95838FD7-5C33-407D-9A36-A9F24BF00532}" type="presOf" srcId="{15DE43D8-906C-4976-898E-E315556E46B6}" destId="{66C40607-16C2-42C7-9ACB-2291AFF8AEA0}" srcOrd="1" destOrd="0" presId="urn:microsoft.com/office/officeart/2005/8/layout/vProcess5"/>
    <dgm:cxn modelId="{AB17EEF1-9A75-4341-8273-3017179E6D2D}" srcId="{EFFC3D24-7380-4385-88ED-5746B6724A86}" destId="{A7F848F1-D31E-4C31-9C91-27E52B24D2B6}" srcOrd="3" destOrd="0" parTransId="{506F743E-15DC-4482-B4E0-4C95BB2446C1}" sibTransId="{740BD038-A231-4741-AC87-D517BFBAF2BB}"/>
    <dgm:cxn modelId="{A039AD11-005C-4147-8A4A-A913F0A2EDE4}" type="presParOf" srcId="{CCFA2B68-0DCA-4460-BA97-DBF75A9AF983}" destId="{259D43D5-0061-4110-8C42-B8A9942FC59A}" srcOrd="0" destOrd="0" presId="urn:microsoft.com/office/officeart/2005/8/layout/vProcess5"/>
    <dgm:cxn modelId="{98C4452C-11D6-4DC1-8A57-4BE9DFF1F665}" type="presParOf" srcId="{CCFA2B68-0DCA-4460-BA97-DBF75A9AF983}" destId="{CE0BF61D-1890-4C33-8EFF-A715818E733A}" srcOrd="1" destOrd="0" presId="urn:microsoft.com/office/officeart/2005/8/layout/vProcess5"/>
    <dgm:cxn modelId="{5FF2FB05-1505-4FE3-B7F4-F640FDAAF6A8}" type="presParOf" srcId="{CCFA2B68-0DCA-4460-BA97-DBF75A9AF983}" destId="{D18F6979-499F-41E2-AD51-820488A68FF7}" srcOrd="2" destOrd="0" presId="urn:microsoft.com/office/officeart/2005/8/layout/vProcess5"/>
    <dgm:cxn modelId="{7D45A59C-E76C-442B-9E2D-42D0CAB5D6AD}" type="presParOf" srcId="{CCFA2B68-0DCA-4460-BA97-DBF75A9AF983}" destId="{00DC8428-BAA0-400E-9968-F9ED004E31A8}" srcOrd="3" destOrd="0" presId="urn:microsoft.com/office/officeart/2005/8/layout/vProcess5"/>
    <dgm:cxn modelId="{BBB84727-A665-4DCB-A224-45613FC2BEC3}" type="presParOf" srcId="{CCFA2B68-0DCA-4460-BA97-DBF75A9AF983}" destId="{4DD37C7C-61A4-4F3D-824D-61966C54819B}" srcOrd="4" destOrd="0" presId="urn:microsoft.com/office/officeart/2005/8/layout/vProcess5"/>
    <dgm:cxn modelId="{28A6997D-A21E-4229-9939-352321709BCA}" type="presParOf" srcId="{CCFA2B68-0DCA-4460-BA97-DBF75A9AF983}" destId="{C5D91350-A118-4C67-9531-89C7B333E650}" srcOrd="5" destOrd="0" presId="urn:microsoft.com/office/officeart/2005/8/layout/vProcess5"/>
    <dgm:cxn modelId="{E56DACD6-155D-4F0B-970F-DC3BBD80DAF9}" type="presParOf" srcId="{CCFA2B68-0DCA-4460-BA97-DBF75A9AF983}" destId="{5E069161-2377-4922-8E26-3B5E4136E372}" srcOrd="6" destOrd="0" presId="urn:microsoft.com/office/officeart/2005/8/layout/vProcess5"/>
    <dgm:cxn modelId="{29A72F6D-6DDA-4E28-8511-45C588980FB7}" type="presParOf" srcId="{CCFA2B68-0DCA-4460-BA97-DBF75A9AF983}" destId="{2528B1DC-AB5D-4AC7-935A-DB360022C8F5}" srcOrd="7" destOrd="0" presId="urn:microsoft.com/office/officeart/2005/8/layout/vProcess5"/>
    <dgm:cxn modelId="{008197DC-30E9-44E1-857C-739C25BF768C}" type="presParOf" srcId="{CCFA2B68-0DCA-4460-BA97-DBF75A9AF983}" destId="{66C40607-16C2-42C7-9ACB-2291AFF8AEA0}" srcOrd="8" destOrd="0" presId="urn:microsoft.com/office/officeart/2005/8/layout/vProcess5"/>
    <dgm:cxn modelId="{3D8045F4-A87C-4518-A211-AE81AF320CE3}" type="presParOf" srcId="{CCFA2B68-0DCA-4460-BA97-DBF75A9AF983}" destId="{6EA38F12-77CE-4F89-BF6D-84149EF192B1}" srcOrd="9" destOrd="0" presId="urn:microsoft.com/office/officeart/2005/8/layout/vProcess5"/>
    <dgm:cxn modelId="{4AE0C98D-5BA3-4893-9EE0-B9B990103CF7}" type="presParOf" srcId="{CCFA2B68-0DCA-4460-BA97-DBF75A9AF983}" destId="{C5ADD627-6B71-4567-AE86-8D902BD9BD53}" srcOrd="10" destOrd="0" presId="urn:microsoft.com/office/officeart/2005/8/layout/vProcess5"/>
    <dgm:cxn modelId="{390BF8E4-D1E6-4CD6-A914-282E14433A35}" type="presParOf" srcId="{CCFA2B68-0DCA-4460-BA97-DBF75A9AF983}" destId="{C669FEFF-ADDC-40AF-9C0B-309ACCC344AA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A578FA-F75A-4AB8-B6C2-2B6A205F8F58}">
      <dsp:nvSpPr>
        <dsp:cNvPr id="0" name=""/>
        <dsp:cNvSpPr/>
      </dsp:nvSpPr>
      <dsp:spPr>
        <a:xfrm>
          <a:off x="134825" y="302581"/>
          <a:ext cx="1295909" cy="129590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2E0370-0466-43D5-A91E-4693EDC8553F}">
      <dsp:nvSpPr>
        <dsp:cNvPr id="0" name=""/>
        <dsp:cNvSpPr/>
      </dsp:nvSpPr>
      <dsp:spPr>
        <a:xfrm>
          <a:off x="406966" y="574722"/>
          <a:ext cx="751627" cy="75162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EAAC32-B4CE-47A3-8903-4FDB30EEB00B}">
      <dsp:nvSpPr>
        <dsp:cNvPr id="0" name=""/>
        <dsp:cNvSpPr/>
      </dsp:nvSpPr>
      <dsp:spPr>
        <a:xfrm>
          <a:off x="1708430" y="302581"/>
          <a:ext cx="3054644" cy="1295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 application uses Java’s module system with module name globalpay.converter</a:t>
          </a:r>
          <a:r>
            <a:rPr lang="en-IN" sz="2100" kern="1200"/>
            <a:t>.</a:t>
          </a:r>
          <a:endParaRPr lang="en-US" sz="2100" kern="1200"/>
        </a:p>
      </dsp:txBody>
      <dsp:txXfrm>
        <a:off x="1708430" y="302581"/>
        <a:ext cx="3054644" cy="1295909"/>
      </dsp:txXfrm>
    </dsp:sp>
    <dsp:sp modelId="{79017537-E215-4E17-81A9-2F1823B711C4}">
      <dsp:nvSpPr>
        <dsp:cNvPr id="0" name=""/>
        <dsp:cNvSpPr/>
      </dsp:nvSpPr>
      <dsp:spPr>
        <a:xfrm>
          <a:off x="5295324" y="302581"/>
          <a:ext cx="1295909" cy="129590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D19BE3-F480-4467-B5F5-514BFB3490B0}">
      <dsp:nvSpPr>
        <dsp:cNvPr id="0" name=""/>
        <dsp:cNvSpPr/>
      </dsp:nvSpPr>
      <dsp:spPr>
        <a:xfrm>
          <a:off x="5567465" y="574722"/>
          <a:ext cx="751627" cy="75162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EF2845-87E0-4293-B545-6836313A9597}">
      <dsp:nvSpPr>
        <dsp:cNvPr id="0" name=""/>
        <dsp:cNvSpPr/>
      </dsp:nvSpPr>
      <dsp:spPr>
        <a:xfrm>
          <a:off x="6868929" y="302581"/>
          <a:ext cx="3054644" cy="1295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 main class CurrencyConverter is inside the package globalpay.converter.</a:t>
          </a:r>
        </a:p>
      </dsp:txBody>
      <dsp:txXfrm>
        <a:off x="6868929" y="302581"/>
        <a:ext cx="3054644" cy="1295909"/>
      </dsp:txXfrm>
    </dsp:sp>
    <dsp:sp modelId="{0C835928-10EE-4B2E-AF02-4B62859B7ACC}">
      <dsp:nvSpPr>
        <dsp:cNvPr id="0" name=""/>
        <dsp:cNvSpPr/>
      </dsp:nvSpPr>
      <dsp:spPr>
        <a:xfrm>
          <a:off x="134825" y="2253295"/>
          <a:ext cx="1295909" cy="129590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45228B-EE55-47DC-9C83-A7018F961690}">
      <dsp:nvSpPr>
        <dsp:cNvPr id="0" name=""/>
        <dsp:cNvSpPr/>
      </dsp:nvSpPr>
      <dsp:spPr>
        <a:xfrm>
          <a:off x="406966" y="2525436"/>
          <a:ext cx="751627" cy="75162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4C6E4C-7E4E-4A69-B527-728D49C2685E}">
      <dsp:nvSpPr>
        <dsp:cNvPr id="0" name=""/>
        <dsp:cNvSpPr/>
      </dsp:nvSpPr>
      <dsp:spPr>
        <a:xfrm>
          <a:off x="1708430" y="2253295"/>
          <a:ext cx="3054644" cy="1295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Exchange rates are defined as constants for easy maintenance.</a:t>
          </a:r>
        </a:p>
      </dsp:txBody>
      <dsp:txXfrm>
        <a:off x="1708430" y="2253295"/>
        <a:ext cx="3054644" cy="1295909"/>
      </dsp:txXfrm>
    </dsp:sp>
    <dsp:sp modelId="{82AEE7E9-51BF-4776-9A9B-205182B4B5E2}">
      <dsp:nvSpPr>
        <dsp:cNvPr id="0" name=""/>
        <dsp:cNvSpPr/>
      </dsp:nvSpPr>
      <dsp:spPr>
        <a:xfrm>
          <a:off x="5295324" y="2253295"/>
          <a:ext cx="1295909" cy="129590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821F61-EDD3-451D-95E5-001706042DF3}">
      <dsp:nvSpPr>
        <dsp:cNvPr id="0" name=""/>
        <dsp:cNvSpPr/>
      </dsp:nvSpPr>
      <dsp:spPr>
        <a:xfrm>
          <a:off x="5567465" y="2525436"/>
          <a:ext cx="751627" cy="75162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919E2B-CD6F-4746-B5D6-A8FDBAC97E04}">
      <dsp:nvSpPr>
        <dsp:cNvPr id="0" name=""/>
        <dsp:cNvSpPr/>
      </dsp:nvSpPr>
      <dsp:spPr>
        <a:xfrm>
          <a:off x="6868929" y="2253295"/>
          <a:ext cx="3054644" cy="12959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 structure promotes readability, scalability, and professional organization.</a:t>
          </a:r>
        </a:p>
      </dsp:txBody>
      <dsp:txXfrm>
        <a:off x="6868929" y="2253295"/>
        <a:ext cx="3054644" cy="12959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09636F-BDAA-418C-9D64-23E0200D5CF7}">
      <dsp:nvSpPr>
        <dsp:cNvPr id="0" name=""/>
        <dsp:cNvSpPr/>
      </dsp:nvSpPr>
      <dsp:spPr>
        <a:xfrm>
          <a:off x="223465" y="1928"/>
          <a:ext cx="2529333" cy="1517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program loads messages using ResourceBundle with Locale.US.</a:t>
          </a:r>
        </a:p>
      </dsp:txBody>
      <dsp:txXfrm>
        <a:off x="267914" y="46377"/>
        <a:ext cx="2440435" cy="1428702"/>
      </dsp:txXfrm>
    </dsp:sp>
    <dsp:sp modelId="{7C5CBDD2-A979-43A6-B54B-20765DDF6A48}">
      <dsp:nvSpPr>
        <dsp:cNvPr id="0" name=""/>
        <dsp:cNvSpPr/>
      </dsp:nvSpPr>
      <dsp:spPr>
        <a:xfrm>
          <a:off x="2975380" y="447091"/>
          <a:ext cx="536218" cy="6272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2975380" y="572546"/>
        <a:ext cx="375353" cy="376364"/>
      </dsp:txXfrm>
    </dsp:sp>
    <dsp:sp modelId="{7E428E6F-B59D-413D-BCC3-1A0299C2A60D}">
      <dsp:nvSpPr>
        <dsp:cNvPr id="0" name=""/>
        <dsp:cNvSpPr/>
      </dsp:nvSpPr>
      <dsp:spPr>
        <a:xfrm>
          <a:off x="3764533" y="1928"/>
          <a:ext cx="2529333" cy="1517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It displays a welcome message and prompts for a USD amount.</a:t>
          </a:r>
        </a:p>
      </dsp:txBody>
      <dsp:txXfrm>
        <a:off x="3808982" y="46377"/>
        <a:ext cx="2440435" cy="1428702"/>
      </dsp:txXfrm>
    </dsp:sp>
    <dsp:sp modelId="{B524B80E-F7C2-4CC4-954B-9169ED201710}">
      <dsp:nvSpPr>
        <dsp:cNvPr id="0" name=""/>
        <dsp:cNvSpPr/>
      </dsp:nvSpPr>
      <dsp:spPr>
        <a:xfrm>
          <a:off x="6516448" y="447091"/>
          <a:ext cx="536218" cy="6272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6516448" y="572546"/>
        <a:ext cx="375353" cy="376364"/>
      </dsp:txXfrm>
    </dsp:sp>
    <dsp:sp modelId="{1CF28CD8-0A76-4C64-89E2-A3759A21646B}">
      <dsp:nvSpPr>
        <dsp:cNvPr id="0" name=""/>
        <dsp:cNvSpPr/>
      </dsp:nvSpPr>
      <dsp:spPr>
        <a:xfrm>
          <a:off x="7305600" y="1928"/>
          <a:ext cx="2529333" cy="1517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user selects EUR or MXN, and the switch statement applies the correct rate.</a:t>
          </a:r>
        </a:p>
      </dsp:txBody>
      <dsp:txXfrm>
        <a:off x="7350049" y="46377"/>
        <a:ext cx="2440435" cy="1428702"/>
      </dsp:txXfrm>
    </dsp:sp>
    <dsp:sp modelId="{5030F908-3581-4699-B90F-C014BE570F3F}">
      <dsp:nvSpPr>
        <dsp:cNvPr id="0" name=""/>
        <dsp:cNvSpPr/>
      </dsp:nvSpPr>
      <dsp:spPr>
        <a:xfrm rot="5400000">
          <a:off x="8302158" y="1696582"/>
          <a:ext cx="536218" cy="627274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 rot="-5400000">
        <a:off x="8382086" y="1742110"/>
        <a:ext cx="376364" cy="375353"/>
      </dsp:txXfrm>
    </dsp:sp>
    <dsp:sp modelId="{C9F23C8E-578A-452C-98B5-C31E7173B2FB}">
      <dsp:nvSpPr>
        <dsp:cNvPr id="0" name=""/>
        <dsp:cNvSpPr/>
      </dsp:nvSpPr>
      <dsp:spPr>
        <a:xfrm>
          <a:off x="7305600" y="2531262"/>
          <a:ext cx="2529333" cy="151760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 result is formatted to two decimal places before display.</a:t>
          </a:r>
        </a:p>
      </dsp:txBody>
      <dsp:txXfrm>
        <a:off x="7350049" y="2575711"/>
        <a:ext cx="2440435" cy="14287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0BF61D-1890-4C33-8EFF-A715818E733A}">
      <dsp:nvSpPr>
        <dsp:cNvPr id="0" name=""/>
        <dsp:cNvSpPr/>
      </dsp:nvSpPr>
      <dsp:spPr>
        <a:xfrm>
          <a:off x="0" y="0"/>
          <a:ext cx="8046720" cy="79592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Valid input example: 100 USD to EUR displays €90.00.</a:t>
          </a:r>
        </a:p>
      </dsp:txBody>
      <dsp:txXfrm>
        <a:off x="23312" y="23312"/>
        <a:ext cx="7120597" cy="749301"/>
      </dsp:txXfrm>
    </dsp:sp>
    <dsp:sp modelId="{D18F6979-499F-41E2-AD51-820488A68FF7}">
      <dsp:nvSpPr>
        <dsp:cNvPr id="0" name=""/>
        <dsp:cNvSpPr/>
      </dsp:nvSpPr>
      <dsp:spPr>
        <a:xfrm>
          <a:off x="673912" y="940639"/>
          <a:ext cx="8046720" cy="795925"/>
        </a:xfrm>
        <a:prstGeom prst="roundRect">
          <a:avLst>
            <a:gd name="adj" fmla="val 10000"/>
          </a:avLst>
        </a:prstGeom>
        <a:solidFill>
          <a:schemeClr val="accent2">
            <a:hueOff val="635930"/>
            <a:satOff val="-14509"/>
            <a:lumOff val="536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 output confirms accurate calculation and formatting.</a:t>
          </a:r>
        </a:p>
      </dsp:txBody>
      <dsp:txXfrm>
        <a:off x="697224" y="963951"/>
        <a:ext cx="6808831" cy="749301"/>
      </dsp:txXfrm>
    </dsp:sp>
    <dsp:sp modelId="{00DC8428-BAA0-400E-9968-F9ED004E31A8}">
      <dsp:nvSpPr>
        <dsp:cNvPr id="0" name=""/>
        <dsp:cNvSpPr/>
      </dsp:nvSpPr>
      <dsp:spPr>
        <a:xfrm>
          <a:off x="1337767" y="1881279"/>
          <a:ext cx="8046720" cy="795925"/>
        </a:xfrm>
        <a:prstGeom prst="roundRect">
          <a:avLst>
            <a:gd name="adj" fmla="val 10000"/>
          </a:avLst>
        </a:prstGeom>
        <a:solidFill>
          <a:schemeClr val="accent2">
            <a:hueOff val="1271860"/>
            <a:satOff val="-29019"/>
            <a:lumOff val="1071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Invalid input like 'abc' is safely caught.</a:t>
          </a:r>
        </a:p>
      </dsp:txBody>
      <dsp:txXfrm>
        <a:off x="1361079" y="1904591"/>
        <a:ext cx="6818889" cy="749301"/>
      </dsp:txXfrm>
    </dsp:sp>
    <dsp:sp modelId="{4DD37C7C-61A4-4F3D-824D-61966C54819B}">
      <dsp:nvSpPr>
        <dsp:cNvPr id="0" name=""/>
        <dsp:cNvSpPr/>
      </dsp:nvSpPr>
      <dsp:spPr>
        <a:xfrm>
          <a:off x="2011680" y="2821919"/>
          <a:ext cx="8046720" cy="795925"/>
        </a:xfrm>
        <a:prstGeom prst="roundRect">
          <a:avLst>
            <a:gd name="adj" fmla="val 10000"/>
          </a:avLst>
        </a:prstGeom>
        <a:solidFill>
          <a:schemeClr val="accent2">
            <a:hueOff val="1907789"/>
            <a:satOff val="-43528"/>
            <a:lumOff val="1607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 program displays a clear error without crashing.</a:t>
          </a:r>
        </a:p>
      </dsp:txBody>
      <dsp:txXfrm>
        <a:off x="2034992" y="2845231"/>
        <a:ext cx="6808831" cy="749301"/>
      </dsp:txXfrm>
    </dsp:sp>
    <dsp:sp modelId="{C5D91350-A118-4C67-9531-89C7B333E650}">
      <dsp:nvSpPr>
        <dsp:cNvPr id="0" name=""/>
        <dsp:cNvSpPr/>
      </dsp:nvSpPr>
      <dsp:spPr>
        <a:xfrm>
          <a:off x="7529368" y="609606"/>
          <a:ext cx="517351" cy="51735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7645772" y="609606"/>
        <a:ext cx="284543" cy="389307"/>
      </dsp:txXfrm>
    </dsp:sp>
    <dsp:sp modelId="{5E069161-2377-4922-8E26-3B5E4136E372}">
      <dsp:nvSpPr>
        <dsp:cNvPr id="0" name=""/>
        <dsp:cNvSpPr/>
      </dsp:nvSpPr>
      <dsp:spPr>
        <a:xfrm>
          <a:off x="8203280" y="1550246"/>
          <a:ext cx="517351" cy="51735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987282"/>
            <a:satOff val="-2587"/>
            <a:lumOff val="92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987282"/>
              <a:satOff val="-2587"/>
              <a:lumOff val="9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319684" y="1550246"/>
        <a:ext cx="284543" cy="389307"/>
      </dsp:txXfrm>
    </dsp:sp>
    <dsp:sp modelId="{2528B1DC-AB5D-4AC7-935A-DB360022C8F5}">
      <dsp:nvSpPr>
        <dsp:cNvPr id="0" name=""/>
        <dsp:cNvSpPr/>
      </dsp:nvSpPr>
      <dsp:spPr>
        <a:xfrm>
          <a:off x="8867135" y="2490886"/>
          <a:ext cx="517351" cy="51735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974564"/>
            <a:satOff val="-5173"/>
            <a:lumOff val="1852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1974564"/>
              <a:satOff val="-5173"/>
              <a:lumOff val="18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983539" y="2490886"/>
        <a:ext cx="284543" cy="3893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075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859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660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87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30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221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020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117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597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451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412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661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07/relationships/hdphoto" Target="../media/hdphoto2.wdp"/><Relationship Id="rId7" Type="http://schemas.openxmlformats.org/officeDocument/2006/relationships/diagramColors" Target="../diagrams/colors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microsoft.com/office/2007/relationships/hdphoto" Target="../media/hdphoto2.wdp"/><Relationship Id="rId7" Type="http://schemas.openxmlformats.org/officeDocument/2006/relationships/diagramColors" Target="../diagrams/colors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3D0CE2-91FF-49B3-A5D8-181E900D7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AEBD96-C315-4F53-9D9E-0E20E993E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916AAA-66F6-4DFA-88ED-7E27CF6B8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137D43F-BAD6-47F1-AA65-AEEA38A2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512C9B2-6B22-4211-A940-FCD7C2CD0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5F7DB84-CDE7-46F8-90DD-9D048A7D52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3D25154-9EF7-4C33-9AAC-7B3BE089F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ACD431-6583-74C1-99A9-DDF74E77A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125792"/>
            <a:ext cx="10993120" cy="2110107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>
              <a:lnSpc>
                <a:spcPct val="80000"/>
              </a:lnSpc>
            </a:pPr>
            <a:r>
              <a:rPr lang="en-US" sz="6700" b="1" dirty="0">
                <a:blipFill dpi="0" rotWithShape="1">
                  <a:blip r:embed="rId4"/>
                  <a:srcRect/>
                  <a:tile tx="6350" ty="-127000" sx="65000" sy="64000" flip="none" algn="tl"/>
                </a:blipFill>
              </a:rPr>
              <a:t>Designing a Modular Currency Converter for GlobalPay Financial Services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04E8C0-C927-4C06-A96A-BF3323BA7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0"/>
            <a:ext cx="12192000" cy="2295831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DCECFD5-4C30-4892-9FF0-540E17955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45590" y="5111496"/>
            <a:ext cx="1080904" cy="1080902"/>
            <a:chOff x="10245590" y="5111496"/>
            <a:chExt cx="1080904" cy="1080902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5C67F70-EAFE-425C-8422-591620A96D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5590" y="5111496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47FA16B-C217-4D91-84EA-5B0846BDD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53681" y="5219586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6348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t>GlobalPay Scenario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3851787"/>
          </a:xfrm>
        </p:spPr>
        <p:txBody>
          <a:bodyPr>
            <a:normAutofit/>
          </a:bodyPr>
          <a:lstStyle/>
          <a:p>
            <a:r>
              <a:rPr dirty="0"/>
              <a:t>GlobalPay Financial Services helps small businesses process secure international payments efficiently.</a:t>
            </a:r>
            <a:endParaRPr lang="en-US" dirty="0"/>
          </a:p>
          <a:p>
            <a:r>
              <a:rPr dirty="0"/>
              <a:t>This project builds a modular currency converter reflecting professional fintech standards.</a:t>
            </a:r>
            <a:endParaRPr lang="en-US" dirty="0"/>
          </a:p>
          <a:p>
            <a:r>
              <a:rPr dirty="0"/>
              <a:t>The program converts U.S. dollars into Euros or Mexican Pesos using fixed rates.</a:t>
            </a:r>
            <a:endParaRPr lang="en-US" dirty="0"/>
          </a:p>
          <a:p>
            <a:r>
              <a:rPr dirty="0"/>
              <a:t>It demonstrates structured coding, localization, and reliable error handling used in financial systems.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IN"/>
              <a:t>Code Structure and Organization</a:t>
            </a:r>
          </a:p>
        </p:txBody>
      </p:sp>
      <p:graphicFrame>
        <p:nvGraphicFramePr>
          <p:cNvPr id="32" name="Content Placeholder 2">
            <a:extLst>
              <a:ext uri="{FF2B5EF4-FFF2-40B4-BE49-F238E27FC236}">
                <a16:creationId xmlns:a16="http://schemas.microsoft.com/office/drawing/2014/main" id="{5184BCDF-C33C-1201-DDD8-01EBFFBA72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8241908"/>
              </p:ext>
            </p:extLst>
          </p:nvPr>
        </p:nvGraphicFramePr>
        <p:xfrm>
          <a:off x="1069848" y="2320412"/>
          <a:ext cx="10058400" cy="3851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9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Step-by-Step Program Flow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1F5316C-2F68-BCAD-342B-2B94530629D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69848" y="2121408"/>
          <a:ext cx="10058400" cy="4050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t>Exception Handling (try/catch)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3851787"/>
          </a:xfrm>
        </p:spPr>
        <p:txBody>
          <a:bodyPr>
            <a:normAutofit/>
          </a:bodyPr>
          <a:lstStyle/>
          <a:p>
            <a:r>
              <a:rPr dirty="0"/>
              <a:t>All input logic is placed inside a try block for safe execution.</a:t>
            </a:r>
            <a:endParaRPr lang="en-US" dirty="0"/>
          </a:p>
          <a:p>
            <a:r>
              <a:rPr dirty="0"/>
              <a:t>Non-numeric input triggers </a:t>
            </a:r>
            <a:r>
              <a:rPr dirty="0" err="1"/>
              <a:t>NumberFormatException</a:t>
            </a:r>
            <a:r>
              <a:rPr dirty="0"/>
              <a:t> and displays a friendly message.</a:t>
            </a:r>
            <a:endParaRPr lang="en-US" dirty="0"/>
          </a:p>
          <a:p>
            <a:r>
              <a:rPr dirty="0"/>
              <a:t>Unsupported currency codes trigger </a:t>
            </a:r>
            <a:r>
              <a:rPr dirty="0" err="1"/>
              <a:t>IllegalArgumentException</a:t>
            </a:r>
            <a:r>
              <a:rPr dirty="0"/>
              <a:t>.</a:t>
            </a:r>
            <a:endParaRPr lang="en-US" dirty="0"/>
          </a:p>
          <a:p>
            <a:r>
              <a:rPr dirty="0"/>
              <a:t>The finally block ensures a thank-you message always appears.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00C5F8-DF0C-76C8-D0E4-DE0BE8EEF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20" y="406400"/>
            <a:ext cx="10657840" cy="599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197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t>Messages_en_US.properties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3851787"/>
          </a:xfrm>
        </p:spPr>
        <p:txBody>
          <a:bodyPr>
            <a:normAutofit/>
          </a:bodyPr>
          <a:lstStyle/>
          <a:p>
            <a:r>
              <a:rPr dirty="0"/>
              <a:t>The properties file stores all user-facing text separately from code.</a:t>
            </a:r>
            <a:endParaRPr lang="en-US" dirty="0"/>
          </a:p>
          <a:p>
            <a:r>
              <a:rPr dirty="0"/>
              <a:t>Messages are written as key-value pairs for easy retrieval.</a:t>
            </a:r>
            <a:endParaRPr lang="en-US" dirty="0"/>
          </a:p>
          <a:p>
            <a:r>
              <a:rPr dirty="0" err="1"/>
              <a:t>ResourceBundle</a:t>
            </a:r>
            <a:r>
              <a:rPr dirty="0"/>
              <a:t> loads messages dynamically based on locale.</a:t>
            </a:r>
            <a:endParaRPr lang="en-US" dirty="0"/>
          </a:p>
          <a:p>
            <a:r>
              <a:rPr dirty="0"/>
              <a:t>This design supports updates and future multilingual expansion.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6F5E73-11F9-E657-7399-4DD721220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04" y="412841"/>
            <a:ext cx="10526789" cy="20195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F1A08BA-FA30-191C-2839-6EB7EE15D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604" y="2801339"/>
            <a:ext cx="10526790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589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2E683C-94BB-4E1B-A195-6374ECA21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dirty="0"/>
              <a:t>OUTPUT OF THE CODE</a:t>
            </a:r>
            <a:endParaRPr lang="en-IN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444D830-137C-6738-4D78-5AA6F32985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361440" y="2603284"/>
            <a:ext cx="9255760" cy="308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878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t>Program Demonstration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2013293"/>
            <a:ext cx="100584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717FF5D7-F67F-3216-A5F6-10C23CFD6E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2945487"/>
              </p:ext>
            </p:extLst>
          </p:nvPr>
        </p:nvGraphicFramePr>
        <p:xfrm>
          <a:off x="1069975" y="2385390"/>
          <a:ext cx="100584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46411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01952"/>
            <a:ext cx="10222992" cy="1385874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2038655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t>Importance in Financial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9848" y="2320412"/>
            <a:ext cx="10058400" cy="3851787"/>
          </a:xfrm>
        </p:spPr>
        <p:txBody>
          <a:bodyPr>
            <a:normAutofit/>
          </a:bodyPr>
          <a:lstStyle/>
          <a:p>
            <a:r>
              <a:rPr dirty="0"/>
              <a:t>Clear error messages improve user trust and reduce confusion.</a:t>
            </a:r>
            <a:endParaRPr lang="en-US" dirty="0"/>
          </a:p>
          <a:p>
            <a:r>
              <a:rPr dirty="0"/>
              <a:t>Exception handling prevents crashes during financial transactions.</a:t>
            </a:r>
            <a:endParaRPr lang="en-US" dirty="0"/>
          </a:p>
          <a:p>
            <a:r>
              <a:rPr dirty="0"/>
              <a:t>Modular design enables scalable and maintainable systems.</a:t>
            </a:r>
            <a:endParaRPr lang="en-US" dirty="0"/>
          </a:p>
          <a:p>
            <a:r>
              <a:rPr dirty="0"/>
              <a:t>GlobalPay’s converter reflects professional fintech development practices.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3D0CE2-91FF-49B3-A5D8-181E900D7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AEBD96-C315-4F53-9D9E-0E20E993E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916AAA-66F6-4DFA-88ED-7E27CF6B8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137D43F-BAD6-47F1-AA65-AEEA38A2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512C9B2-6B22-4211-A940-FCD7C2CD0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5F7DB84-CDE7-46F8-90DD-9D048A7D52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3D25154-9EF7-4C33-9AAC-7B3BE089F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EB8B3A-3410-F5E5-8265-2390968C7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2468836"/>
            <a:ext cx="9966960" cy="17670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sz="7200" dirty="0">
                <a:blipFill dpi="0" rotWithShape="1">
                  <a:blip r:embed="rId4"/>
                  <a:srcRect/>
                  <a:tile tx="6350" ty="-127000" sx="65000" sy="64000" flip="none" algn="tl"/>
                </a:blipFill>
              </a:rPr>
              <a:t>THANK YOU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04E8C0-C927-4C06-A96A-BF3323BA7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0"/>
            <a:ext cx="12192000" cy="2295831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DCECFD5-4C30-4892-9FF0-540E17955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45590" y="5111496"/>
            <a:ext cx="1080904" cy="1080902"/>
            <a:chOff x="10245590" y="5111496"/>
            <a:chExt cx="1080904" cy="1080902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5C67F70-EAFE-425C-8422-591620A96D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5590" y="5111496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47FA16B-C217-4D91-84EA-5B0846BDD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53681" y="5219586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378028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18</TotalTime>
  <Words>348</Words>
  <Application>Microsoft Office PowerPoint</Application>
  <PresentationFormat>Widescreen</PresentationFormat>
  <Paragraphs>38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Rockwell</vt:lpstr>
      <vt:lpstr>Rockwell Condensed</vt:lpstr>
      <vt:lpstr>Rockwell Extra Bold</vt:lpstr>
      <vt:lpstr>Wingdings</vt:lpstr>
      <vt:lpstr>Wood Type</vt:lpstr>
      <vt:lpstr>Designing a Modular Currency Converter for GlobalPay Financial Services</vt:lpstr>
      <vt:lpstr>GlobalPay Scenario Overview</vt:lpstr>
      <vt:lpstr>Code Structure and Organization</vt:lpstr>
      <vt:lpstr>Step-by-Step Program Flow</vt:lpstr>
      <vt:lpstr>Exception Handling (try/catch)</vt:lpstr>
      <vt:lpstr>PowerPoint Presentation</vt:lpstr>
      <vt:lpstr>Messages_en_US.properties File</vt:lpstr>
      <vt:lpstr>PowerPoint Presentation</vt:lpstr>
      <vt:lpstr>OUTPUT OF THE CODE</vt:lpstr>
      <vt:lpstr>Program Demonstration</vt:lpstr>
      <vt:lpstr>Importance in Financial Software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cp:keywords/>
  <dc:description>generated using python-pptx</dc:description>
  <cp:revision>3</cp:revision>
  <dcterms:created xsi:type="dcterms:W3CDTF">2013-01-27T09:14:16Z</dcterms:created>
  <dcterms:modified xsi:type="dcterms:W3CDTF">2026-02-14T11:53:15Z</dcterms:modified>
  <cp:category/>
</cp:coreProperties>
</file>